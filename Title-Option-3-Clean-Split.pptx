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Science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Blind Leading</a:t>
            </a:r>
            <a:endParaRPr lang="en-US" sz="24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Sterling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4572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1F2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C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EyeWire II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C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neuroglancer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C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C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Citizen Science</dc:title>
  <dc:subject>PptxGenJS Presentation</dc:subject>
  <dc:creator>PptxGenJS</dc:creator>
  <cp:lastModifiedBy>PptxGenJS</cp:lastModifiedBy>
  <cp:revision>1</cp:revision>
  <dcterms:created xsi:type="dcterms:W3CDTF">2026-03-23T02:33:50Z</dcterms:created>
  <dcterms:modified xsi:type="dcterms:W3CDTF">2026-03-23T02:33:50Z</dcterms:modified>
</cp:coreProperties>
</file>