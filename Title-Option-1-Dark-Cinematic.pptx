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"/>
            <a:ext cx="36576" cy="503377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5" name="Shape 3"/>
          <p:cNvSpPr/>
          <p:nvPr/>
        </p:nvSpPr>
        <p:spPr>
          <a:xfrm>
            <a:off x="9107424" y="54864"/>
            <a:ext cx="36576" cy="503377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219456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6576" cy="1828800"/>
          </a:xfrm>
          <a:prstGeom prst="rect">
            <a:avLst/>
          </a:prstGeom>
          <a:solidFill>
            <a:srgbClr val="00D2FF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731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5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Science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Leading the Build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4114800" cy="2286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 Sterling  •  March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EyeWire II  |  neuroglancer  |  Claude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0"/>
            <a:ext cx="2286000" cy="22860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2286000"/>
            <a:ext cx="1645920" cy="1645920"/>
          </a:xfrm>
          <a:prstGeom prst="ellipse">
            <a:avLst/>
          </a:prstGeom>
          <a:solidFill>
            <a:srgbClr val="CE93D8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2743200"/>
            <a:ext cx="1828800" cy="1828800"/>
          </a:xfrm>
          <a:prstGeom prst="ellipse">
            <a:avLst/>
          </a:prstGeom>
          <a:solidFill>
            <a:srgbClr val="00D2FF">
              <a:alpha val="1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Citizen Science</dc:title>
  <dc:subject>PptxGenJS Presentation</dc:subject>
  <dc:creator>PptxGenJS</dc:creator>
  <cp:lastModifiedBy>PptxGenJS</cp:lastModifiedBy>
  <cp:revision>1</cp:revision>
  <dcterms:created xsi:type="dcterms:W3CDTF">2026-03-23T02:33:50Z</dcterms:created>
  <dcterms:modified xsi:type="dcterms:W3CDTF">2026-03-23T02:33:50Z</dcterms:modified>
</cp:coreProperties>
</file>