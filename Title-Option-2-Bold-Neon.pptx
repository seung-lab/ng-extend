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76FF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408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54864" cy="4114800"/>
          </a:xfrm>
          <a:prstGeom prst="rect">
            <a:avLst/>
          </a:prstGeom>
          <a:solidFill>
            <a:srgbClr val="76FF0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spc="400" kern="0" dirty="0">
                <a:solidFill>
                  <a:srgbClr val="76FF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SCIENCE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5486400" cy="27432"/>
          </a:xfrm>
          <a:prstGeom prst="rect">
            <a:avLst/>
          </a:prstGeom>
          <a:solidFill>
            <a:srgbClr val="FF40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40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Leading the Build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Amy Sterling  •  March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FF03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EyeWire II  |  neuroglancer  |  Claude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320040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neuroscience: true,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vibes: 'immaculate',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blindSpots: ['many'],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building: 'anyway' 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Citizen Science</dc:title>
  <dc:subject>PptxGenJS Presentation</dc:subject>
  <dc:creator>PptxGenJS</dc:creator>
  <cp:lastModifiedBy>PptxGenJS</cp:lastModifiedBy>
  <cp:revision>1</cp:revision>
  <dcterms:created xsi:type="dcterms:W3CDTF">2026-03-23T02:33:50Z</dcterms:created>
  <dcterms:modified xsi:type="dcterms:W3CDTF">2026-03-23T02:33:50Z</dcterms:modified>
</cp:coreProperties>
</file>